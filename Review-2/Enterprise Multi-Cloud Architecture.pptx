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Inter Light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jLxaXNc9e4aQgAd2R9K4zJi+eN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Light-bold.fntdata"/><Relationship Id="rId22" Type="http://schemas.openxmlformats.org/officeDocument/2006/relationships/font" Target="fonts/InterLight-boldItalic.fntdata"/><Relationship Id="rId21" Type="http://schemas.openxmlformats.org/officeDocument/2006/relationships/font" Target="fonts/InterLight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19" Type="http://schemas.openxmlformats.org/officeDocument/2006/relationships/font" Target="fonts/InterLight-regular.fntdata"/><Relationship Id="rId18" Type="http://schemas.openxmlformats.org/officeDocument/2006/relationships/font" Target="fonts/Inter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25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30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28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Relationship Id="rId6" Type="http://schemas.openxmlformats.org/officeDocument/2006/relationships/image" Target="../media/image27.png"/><Relationship Id="rId7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31.png"/><Relationship Id="rId7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1330672"/>
            <a:ext cx="8572500" cy="419665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2200275" y="1911697"/>
            <a:ext cx="779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CLOUD ARCHITECT 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2005488" y="2359372"/>
            <a:ext cx="8181022" cy="1215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Enterprise Multi-Cloud Architecture &amp; IaC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200275" y="3765202"/>
            <a:ext cx="779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Building Secure, Scalable, and Fault-Tolerant Systems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800475" y="4641502"/>
            <a:ext cx="2266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Cloud Architect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6543675" y="4641502"/>
            <a:ext cx="1847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Q3 2024 Strategy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1" name="Google Shape;9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00475" y="4698652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43675" y="4698652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5050"/>
            <a:ext cx="2547937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305050"/>
            <a:ext cx="2547937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305050"/>
            <a:ext cx="2547937" cy="3152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2562" y="2305050"/>
            <a:ext cx="2547937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Solution Pillars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4" name="Google Shape;10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16868" y="26003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817840" y="3248025"/>
            <a:ext cx="20552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Security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866775" y="3752850"/>
            <a:ext cx="1957387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Zero-trust posture with private endpoints &amp; firewalls.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7" name="Google Shape;10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50556" y="26003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 txBox="1"/>
          <p:nvPr/>
        </p:nvSpPr>
        <p:spPr>
          <a:xfrm>
            <a:off x="3651527" y="3248025"/>
            <a:ext cx="20552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Availability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3700462" y="3752850"/>
            <a:ext cx="1957387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Multi-zone redundancy for zero-downtime operations.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0" name="Google Shape;110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84243" y="26003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 txBox="1"/>
          <p:nvPr/>
        </p:nvSpPr>
        <p:spPr>
          <a:xfrm>
            <a:off x="6485215" y="3248025"/>
            <a:ext cx="20552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Fault Tolerance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6534150" y="3752850"/>
            <a:ext cx="19573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Graceful degradation through isolated domains.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13" name="Google Shape;113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117931" y="26003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 txBox="1"/>
          <p:nvPr/>
        </p:nvSpPr>
        <p:spPr>
          <a:xfrm>
            <a:off x="9318902" y="3248025"/>
            <a:ext cx="205525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Scalability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9367837" y="3752850"/>
            <a:ext cx="19573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Dynamic provisioning for elastic enterprise workloads.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2900" y="2247900"/>
            <a:ext cx="7467600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Application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571500" y="4400550"/>
            <a:ext cx="32004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Insert Application Architecture Diagram and workflow details 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571500" y="4210050"/>
            <a:ext cx="32004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6" name="Google Shape;12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2900" y="2247900"/>
            <a:ext cx="27717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 txBox="1"/>
          <p:nvPr/>
        </p:nvSpPr>
        <p:spPr>
          <a:xfrm>
            <a:off x="1000125" y="2533650"/>
            <a:ext cx="2771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Distributed Workflow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1000125" y="3028950"/>
            <a:ext cx="2771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Microservices Mesh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1000125" y="3524250"/>
            <a:ext cx="2771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Edge Acceleration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0" name="Google Shape;13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717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670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6235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/>
          <p:nvPr/>
        </p:nvSpPr>
        <p:spPr>
          <a:xfrm>
            <a:off x="866775" y="2683222"/>
            <a:ext cx="4362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4" title="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39100"/>
            <a:ext cx="12192000" cy="5688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57400"/>
            <a:ext cx="5334000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57400"/>
            <a:ext cx="5334000" cy="36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Terraform: Modularity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962025" y="2447925"/>
            <a:ext cx="478059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Code Modularity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6677025" y="2447925"/>
            <a:ext cx="478059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0" name="Google Shape;15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495550"/>
            <a:ext cx="20002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 txBox="1"/>
          <p:nvPr/>
        </p:nvSpPr>
        <p:spPr>
          <a:xfrm>
            <a:off x="1390650" y="291465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Custom Modules: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Standardized, reusable components for compute/network.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1390650" y="371475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DRY Logic: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Centralized resource definitions to minimize duplication.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1390650" y="451485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Provider Isolation: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Separate directories for Azure and AWS resources.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4" name="Google Shape;15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2495550"/>
            <a:ext cx="20002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 txBox="1"/>
          <p:nvPr/>
        </p:nvSpPr>
        <p:spPr>
          <a:xfrm>
            <a:off x="7105650" y="291465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Provider Layer: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Defines global API credentials and versions.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7105650" y="371475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Module Layer: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High-level abstractions (VPC, Cluster, DB).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7105650" y="4514850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Environment Layer: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Orchestrates cross-provider deployment.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24125"/>
            <a:ext cx="5334000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Dynamic Environments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6" name="Google Shape;16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7025" y="2914650"/>
            <a:ext cx="21621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 txBox="1"/>
          <p:nvPr/>
        </p:nvSpPr>
        <p:spPr>
          <a:xfrm>
            <a:off x="1000125" y="2676525"/>
            <a:ext cx="49053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Variable Injection: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Use of dev.tfvars and prod.tfvars for environment-specific values.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1000125" y="34861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One Codebase: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Deploy the same HCL code to different tiers without modification.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1000125" y="42862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Scaling Controls: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Vary instance sizes and node counts per environment dynamically.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0" name="Google Shape;17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146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5242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324350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95387"/>
            <a:ext cx="5334000" cy="537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195387"/>
            <a:ext cx="5334000" cy="53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 txBox="1"/>
          <p:nvPr/>
        </p:nvSpPr>
        <p:spPr>
          <a:xfrm>
            <a:off x="762000" y="290512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State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71500" y="290512"/>
            <a:ext cx="57150" cy="6191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2" name="Google Shape;18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195387"/>
            <a:ext cx="5334000" cy="53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7"/>
          <p:cNvSpPr txBox="1"/>
          <p:nvPr/>
        </p:nvSpPr>
        <p:spPr>
          <a:xfrm>
            <a:off x="6677025" y="1585912"/>
            <a:ext cx="478059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Remote Backend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84" name="Google Shape;18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1633537"/>
            <a:ext cx="20002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 txBox="1"/>
          <p:nvPr/>
        </p:nvSpPr>
        <p:spPr>
          <a:xfrm>
            <a:off x="7105650" y="2100262"/>
            <a:ext cx="41243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Azure Blob Storage: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Centralized storage for .tfstate files.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7105650" y="2909887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State Locking: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Lease mechanism prevents concurrent state modification.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7105650" y="3709987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Corruption Prevention: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Avoids race conditions during team deployments.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7105650" y="4510087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Security: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State encrypted at rest with managed identities.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9725"/>
            <a:ext cx="11049000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8"/>
          <p:cNvSpPr txBox="1"/>
          <p:nvPr/>
        </p:nvSpPr>
        <p:spPr>
          <a:xfrm>
            <a:off x="1105376" y="2381250"/>
            <a:ext cx="998124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1343025" y="3600450"/>
            <a:ext cx="9505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 Light"/>
                <a:ea typeface="Inter Light"/>
                <a:cs typeface="Inter Light"/>
                <a:sym typeface="Inter Light"/>
              </a:rPr>
              <a:t>Open floor for technical deep-dive and architectural review.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1343025" y="4286250"/>
            <a:ext cx="9505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architecture@enterprise.io | github.com/org/terraform-iac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71500" y="221753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71500" y="300230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571500" y="378708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571500" y="299278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71500" y="299278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571500" y="37775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71500" y="37775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571500" y="456232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71500" y="456232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4" name="Google Shape;2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669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9"/>
          <p:cNvSpPr txBox="1"/>
          <p:nvPr/>
        </p:nvSpPr>
        <p:spPr>
          <a:xfrm>
            <a:off x="1666875" y="236041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https://miro.medium.com/v2/resize:fit:1400/1*NQQ8zqjm535SdM-687-o_w.png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 txBox="1"/>
          <p:nvPr/>
        </p:nvSpPr>
        <p:spPr>
          <a:xfrm>
            <a:off x="1666875" y="260612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mehmetozkaya.medium.com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7" name="Google Shape;21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5173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 txBox="1"/>
          <p:nvPr/>
        </p:nvSpPr>
        <p:spPr>
          <a:xfrm>
            <a:off x="1666875" y="314518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https://cdn.cloudairy.com/blog/1772687728898Top%208%20Cloud%20Architecture%20Diagrams%20for%20Modern%20Enterprises.webp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1666875" y="339090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cloudairy.com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0" name="Google Shape;22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36503"/>
            <a:ext cx="18192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9"/>
          <p:cNvSpPr txBox="1"/>
          <p:nvPr/>
        </p:nvSpPr>
        <p:spPr>
          <a:xfrm>
            <a:off x="1666875" y="392995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https://learn.microsoft.com/en-us/training/achievements/terraform/terraform-introduction-to-infrastructure-as-code.svg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 txBox="1"/>
          <p:nvPr/>
        </p:nvSpPr>
        <p:spPr>
          <a:xfrm>
            <a:off x="1666875" y="417567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learn.microsoft.com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3" name="Google Shape;22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203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 txBox="1"/>
          <p:nvPr/>
        </p:nvSpPr>
        <p:spPr>
          <a:xfrm>
            <a:off x="1666875" y="471472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https://static.vecteezy.com/system/resources/previews/063/055/671/non_2x/cloud-security-and-data-protection-concept-online-security-information-confidentiality-cloud-storage-network-protection-passwords-keys-personal-identification-flat-illustration-vector.jpg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 txBox="1"/>
          <p:nvPr/>
        </p:nvSpPr>
        <p:spPr>
          <a:xfrm>
            <a:off x="1666875" y="515853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